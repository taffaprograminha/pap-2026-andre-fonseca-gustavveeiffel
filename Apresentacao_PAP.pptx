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6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8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689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leitor_cartao_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APTIDÃO PROFISSIONAL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5544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Acessos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RFID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Fonseca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TGPSI · 2023—2026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PROFISSIONAL GUSTAVE EIFFEL</a:t>
            </a:r>
            <a:endParaRPr lang="en-US" sz="800" dirty="0"/>
          </a:p>
        </p:txBody>
      </p:sp>
      <p:pic>
        <p:nvPicPr>
          <p:cNvPr id="9" name="Logo Gustave Eiffel" descr="logo-eiff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74320"/>
            <a:ext cx="777240" cy="725913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A3C07E4B-D220-DEE2-3A0B-365DFD3E35A7}"/>
              </a:ext>
            </a:extLst>
          </p:cNvPr>
          <p:cNvSpPr/>
          <p:nvPr/>
        </p:nvSpPr>
        <p:spPr>
          <a:xfrm>
            <a:off x="1097280" y="447531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APTIDÃO PROFISSIONAL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1243584" cy="320040"/>
          </a:xfrm>
          <a:prstGeom prst="roundRect">
            <a:avLst>
              <a:gd name="adj" fmla="val 8571"/>
            </a:avLst>
          </a:prstGeom>
          <a:solidFill>
            <a:srgbClr val="E5A1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evoluiu.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937760" y="457200"/>
            <a:ext cx="457200" cy="457200"/>
          </a:xfrm>
          <a:prstGeom prst="ellipse">
            <a:avLst/>
          </a:prstGeom>
          <a:solidFill>
            <a:srgbClr val="E5A10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5669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7840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7840" y="731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1886 —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77840" y="1005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Manivela e motor a combustão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 elétrico autónomo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37760" y="2011680"/>
            <a:ext cx="457200" cy="457200"/>
          </a:xfrm>
          <a:prstGeom prst="ellipse">
            <a:avLst/>
          </a:prstGeom>
          <a:solidFill>
            <a:srgbClr val="E5A10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1214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1876 —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577840" y="2560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rotativo e fio de cobre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com IA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37760" y="3566160"/>
            <a:ext cx="457200" cy="457200"/>
          </a:xfrm>
          <a:prstGeom prst="ellipse">
            <a:avLst/>
          </a:prstGeom>
          <a:solidFill>
            <a:srgbClr val="E5A1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67588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778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Televisão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577840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1926 —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577840" y="4114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analógica a preto e branco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4K em qualquer ecrã</a:t>
            </a:r>
            <a:endParaRPr lang="en-US" sz="1000" dirty="0"/>
          </a:p>
        </p:txBody>
      </p:sp>
      <p:pic>
        <p:nvPicPr>
          <p:cNvPr id="21" name="Logo Gustave Eiffel" descr="logo-eiff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74320"/>
            <a:ext cx="685800" cy="6387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have_na_mao_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Chave.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inalterada há milénios.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evoluiu — exceto ela.</a:t>
            </a:r>
            <a:endParaRPr lang="en-US" sz="1400" dirty="0"/>
          </a:p>
        </p:txBody>
      </p:sp>
      <p:pic>
        <p:nvPicPr>
          <p:cNvPr id="7" name="Logo Gustave Eiffel" descr="logo-eiff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74320"/>
            <a:ext cx="685800" cy="6387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243584" cy="320040"/>
          </a:xfrm>
          <a:prstGeom prst="roundRect">
            <a:avLst>
              <a:gd name="adj" fmla="val 8571"/>
            </a:avLst>
          </a:prstGeom>
          <a:solidFill>
            <a:srgbClr val="E5A1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problemas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um único objeto.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25603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26700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34640" y="22860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25603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26700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8346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Copiada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937760" y="22860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532120" y="25603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267004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3776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3776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registo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040880" y="22860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35240" y="25603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267004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0408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escala</a:t>
            </a:r>
            <a:endParaRPr lang="en-US" sz="1600" dirty="0"/>
          </a:p>
        </p:txBody>
      </p:sp>
      <p:pic>
        <p:nvPicPr>
          <p:cNvPr id="25" name="Logo Gustave Eiffel" descr="logo-eiffe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74320"/>
            <a:ext cx="685800" cy="6387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RFID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Frequency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632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033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434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572000" y="457200"/>
            <a:ext cx="4114800" cy="4114800"/>
          </a:xfrm>
          <a:prstGeom prst="roundRect">
            <a:avLst>
              <a:gd name="adj" fmla="val 3333"/>
            </a:avLst>
          </a:prstGeom>
          <a:solidFill>
            <a:srgbClr val="F5F6F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4" descr="/mnt/user-data/uploads/rfid_rc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46320" y="731520"/>
            <a:ext cx="3566160" cy="3566160"/>
          </a:xfrm>
          <a:prstGeom prst="rect">
            <a:avLst/>
          </a:prstGeom>
        </p:spPr>
      </p:pic>
      <p:pic>
        <p:nvPicPr>
          <p:cNvPr id="15" name="Logo Gustave Eiffel" descr="logo-eiffe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274320"/>
            <a:ext cx="685800" cy="6387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320040"/>
          </a:xfrm>
          <a:prstGeom prst="roundRect">
            <a:avLst>
              <a:gd name="adj" fmla="val 8571"/>
            </a:avLst>
          </a:prstGeom>
          <a:solidFill>
            <a:srgbClr val="E5A1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usas RFID sem saber.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243556"/>
          </a:solidFill>
          <a:ln/>
        </p:spPr>
      </p:sp>
      <p:pic>
        <p:nvPicPr>
          <p:cNvPr id="6" name="Image 0" descr="/mnt/user-data/uploads/rfid_tesla_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965960"/>
            <a:ext cx="228600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carro sem chave.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66160" y="18288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243556"/>
          </a:solidFill>
          <a:ln/>
        </p:spPr>
      </p:sp>
      <p:pic>
        <p:nvPicPr>
          <p:cNvPr id="10" name="Image 1" descr="/mnt/user-data/uploads/rfid_ctt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3320" y="1965960"/>
            <a:ext cx="2286000" cy="1463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56616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Rastrear milhões de encomendas.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0" y="18288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243556"/>
          </a:solidFill>
          <a:ln/>
        </p:spPr>
      </p:sp>
      <p:pic>
        <p:nvPicPr>
          <p:cNvPr id="14" name="Image 2" descr="/mnt/user-data/uploads/rfid_saude_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37960" y="1965960"/>
            <a:ext cx="2286000" cy="1463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40080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paciente certo.</a:t>
            </a:r>
            <a:endParaRPr lang="en-US" sz="1200" dirty="0"/>
          </a:p>
        </p:txBody>
      </p:sp>
      <p:pic>
        <p:nvPicPr>
          <p:cNvPr id="17" name="Logo Gustave Eiffel" descr="logo-eiff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74320"/>
            <a:ext cx="685800" cy="6387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133856" cy="320040"/>
          </a:xfrm>
          <a:prstGeom prst="roundRect">
            <a:avLst>
              <a:gd name="adj" fmla="val 8571"/>
            </a:avLst>
          </a:prstGeom>
          <a:solidFill>
            <a:srgbClr val="E5A1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minha solução.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5F6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/mnt/user-data/uploads/rfid_rc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965960"/>
            <a:ext cx="22860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 RFID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18288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5F6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1" descr="/mnt/user-data/uploads/placa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3320" y="1965960"/>
            <a:ext cx="2286000" cy="1371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0" y="18288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5F6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2" descr="/mnt/user-data/uploads/servo_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37960" y="1965960"/>
            <a:ext cx="2286000" cy="1371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0080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ATUADOR</a:t>
            </a:r>
            <a:endParaRPr lang="en-US" sz="1000" dirty="0"/>
          </a:p>
        </p:txBody>
      </p:sp>
      <p:pic>
        <p:nvPicPr>
          <p:cNvPr id="20" name="Logo Gustave Eiffel" descr="logo-eiff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74320"/>
            <a:ext cx="685800" cy="6387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1133856" cy="320040"/>
          </a:xfrm>
          <a:prstGeom prst="roundRect">
            <a:avLst>
              <a:gd name="adj" fmla="val 8571"/>
            </a:avLst>
          </a:prstGeom>
          <a:solidFill>
            <a:srgbClr val="E5A1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Porquê este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5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€20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5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Fio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CONTACTO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5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3108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acessível, que qualquer escola, escritório ou empresa pode implementar.</a:t>
            </a:r>
            <a:endParaRPr lang="en-US" sz="1200" dirty="0"/>
          </a:p>
        </p:txBody>
      </p:sp>
      <p:pic>
        <p:nvPicPr>
          <p:cNvPr id="14" name="Logo Gustave Eiffel" descr="logo-eiff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74320"/>
            <a:ext cx="685800" cy="6387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leitor_cartao_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B2A4A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atenção.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do futuro não é uma chave.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para questões.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 · TGPSI · 2026  ·  CONTROLO DE ACESSOS COM RFID</a:t>
            </a:r>
            <a:endParaRPr lang="en-US" sz="800" dirty="0"/>
          </a:p>
        </p:txBody>
      </p:sp>
      <p:pic>
        <p:nvPicPr>
          <p:cNvPr id="8" name="Logo Gustave Eiffel" descr="logo-eiff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74320"/>
            <a:ext cx="685800" cy="6387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31520" y="640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000" b="1" kern="0" spc="3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</a:t>
            </a:r>
            <a:endParaRPr lang="pt-PT" sz="1000" dirty="0"/>
          </a:p>
        </p:txBody>
      </p:sp>
      <p:sp>
        <p:nvSpPr>
          <p:cNvPr id="3" name="Title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Agradecimentos</a:t>
            </a:r>
            <a:endParaRPr lang="pt-PT" sz="4000" dirty="0"/>
          </a:p>
        </p:txBody>
      </p:sp>
      <p:sp>
        <p:nvSpPr>
          <p:cNvPr id="4" name="Subtitle"/>
          <p:cNvSpPr/>
          <p:nvPr/>
        </p:nvSpPr>
        <p:spPr>
          <a:xfrm>
            <a:off x="731520" y="1950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i="1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acompanhamento e apoio ao longo deste projeto.</a:t>
            </a:r>
            <a:endParaRPr lang="pt-PT" sz="1400" dirty="0"/>
          </a:p>
        </p:txBody>
      </p:sp>
      <p:pic>
        <p:nvPicPr>
          <p:cNvPr id="5" name="Logo Gustave Eiffel" descr="logo-eiff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387" y="2880360"/>
            <a:ext cx="834448" cy="777240"/>
          </a:xfrm>
          <a:prstGeom prst="rect">
            <a:avLst/>
          </a:prstGeom>
        </p:spPr>
      </p:pic>
      <p:pic>
        <p:nvPicPr>
          <p:cNvPr id="6" name="Logo GoodPartner" descr="logo-goodpart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755" y="2880360"/>
            <a:ext cx="2315858" cy="777240"/>
          </a:xfrm>
          <a:prstGeom prst="rect">
            <a:avLst/>
          </a:prstGeom>
        </p:spPr>
      </p:pic>
      <p:sp>
        <p:nvSpPr>
          <p:cNvPr id="7" name="Footer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 · TGPSI · 2023—2026 · CONTROLO DE ACESSOS COM RFID</a:t>
            </a:r>
            <a:endParaRPr lang="pt-PT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nuel Troia" descr="manuel-tro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05790"/>
            <a:ext cx="2085917" cy="3931920"/>
          </a:xfrm>
          <a:prstGeom prst="rect">
            <a:avLst/>
          </a:prstGeom>
        </p:spPr>
      </p:pic>
      <p:sp>
        <p:nvSpPr>
          <p:cNvPr id="3" name="Eyebrow"/>
          <p:cNvSpPr/>
          <p:nvPr/>
        </p:nvSpPr>
        <p:spPr>
          <a:xfrm>
            <a:off x="3411797" y="1417320"/>
            <a:ext cx="5000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kern="0" spc="3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MEMÓRIA</a:t>
            </a:r>
            <a:endParaRPr lang="pt-PT" sz="1000" dirty="0"/>
          </a:p>
        </p:txBody>
      </p:sp>
      <p:sp>
        <p:nvSpPr>
          <p:cNvPr id="4" name="Title"/>
          <p:cNvSpPr/>
          <p:nvPr/>
        </p:nvSpPr>
        <p:spPr>
          <a:xfrm>
            <a:off x="3411797" y="1828800"/>
            <a:ext cx="50006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pt-PT" sz="4000" dirty="0"/>
          </a:p>
        </p:txBody>
      </p:sp>
      <p:sp>
        <p:nvSpPr>
          <p:cNvPr id="5" name="Name"/>
          <p:cNvSpPr/>
          <p:nvPr/>
        </p:nvSpPr>
        <p:spPr>
          <a:xfrm>
            <a:off x="3411797" y="2697480"/>
            <a:ext cx="5000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rgbClr val="E5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Manuel Troia</a:t>
            </a:r>
            <a:endParaRPr lang="pt-PT" sz="2400" dirty="0"/>
          </a:p>
        </p:txBody>
      </p:sp>
      <p:sp>
        <p:nvSpPr>
          <p:cNvPr id="6" name="Body"/>
          <p:cNvSpPr/>
          <p:nvPr/>
        </p:nvSpPr>
        <p:spPr>
          <a:xfrm>
            <a:off x="3411797" y="33375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generosidade, pela presença e por tudo o que deixou</a:t>
            </a:r>
          </a:p>
          <a:p>
            <a:pPr marL="0" indent="0">
              <a:buNone/>
            </a:pPr>
            <a:r>
              <a:rPr lang="pt-PT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percurso. Com gratidão e saudade.</a:t>
            </a:r>
            <a:endParaRPr lang="pt-PT" sz="14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278</Words>
  <Application>Microsoft Macintosh PowerPoint</Application>
  <PresentationFormat>Apresentação no Ecrã (16:9)</PresentationFormat>
  <Paragraphs>95</Paragraphs>
  <Slides>11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 - Controlo de Acessos com RFID</dc:title>
  <dc:subject>PptxGenJS Presentation</dc:subject>
  <dc:creator>André Fonseca</dc:creator>
  <cp:lastModifiedBy>Andre Fonseca</cp:lastModifiedBy>
  <cp:revision>3</cp:revision>
  <dcterms:created xsi:type="dcterms:W3CDTF">2026-07-08T13:28:14Z</dcterms:created>
  <dcterms:modified xsi:type="dcterms:W3CDTF">2026-07-14T10:10:47Z</dcterms:modified>
</cp:coreProperties>
</file>